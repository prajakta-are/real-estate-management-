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50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2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97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49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04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28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601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93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37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83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162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668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562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033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260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230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70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640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Real Estate Final Presentation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</a:t>
            </a:r>
          </a:p>
          <a:p>
            <a:r>
              <a:rPr lang="en-IN" dirty="0" smtClean="0"/>
              <a:t>Prajakta Are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57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6313" y="1272619"/>
            <a:ext cx="9813303" cy="1489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086465" y="1272619"/>
            <a:ext cx="83867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Business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Management did not have a </a:t>
            </a:r>
            <a:r>
              <a:rPr lang="en-US" b="1" dirty="0"/>
              <a:t>single-page summary</a:t>
            </a:r>
            <a:r>
              <a:rPr lang="en-US" dirty="0"/>
              <a:t> of overall property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 to track </a:t>
            </a:r>
            <a:r>
              <a:rPr lang="en-US" b="1" dirty="0"/>
              <a:t>total sales, portfolio value, sold properties, and market trends</a:t>
            </a:r>
            <a:r>
              <a:rPr lang="en-US" dirty="0"/>
              <a:t> together.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Decision-making was slow due to </a:t>
            </a:r>
            <a:r>
              <a:rPr lang="en-US" b="1" dirty="0"/>
              <a:t>scattered KPIs across reports</a:t>
            </a:r>
            <a:r>
              <a:rPr lang="en-US" dirty="0"/>
              <a:t>.</a:t>
            </a:r>
          </a:p>
        </p:txBody>
      </p:sp>
      <p:sp>
        <p:nvSpPr>
          <p:cNvPr id="6" name="Oval 5"/>
          <p:cNvSpPr/>
          <p:nvPr/>
        </p:nvSpPr>
        <p:spPr>
          <a:xfrm flipV="1">
            <a:off x="1926209" y="1366887"/>
            <a:ext cx="160256" cy="16025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376313" y="3007151"/>
            <a:ext cx="9813303" cy="2862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926209" y="3007151"/>
            <a:ext cx="77079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Created an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Executive Overview Dashboard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with key KPIs: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Total Properties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Sold Properties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Total Sales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Portfolio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Average Listed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Added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market value trend over time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city-wise market value comparison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Enabled leadership to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quickly understand business health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and take faster decisions.</a:t>
            </a:r>
          </a:p>
        </p:txBody>
      </p:sp>
      <p:sp>
        <p:nvSpPr>
          <p:cNvPr id="9" name="Oval 8"/>
          <p:cNvSpPr/>
          <p:nvPr/>
        </p:nvSpPr>
        <p:spPr>
          <a:xfrm>
            <a:off x="1857080" y="3091992"/>
            <a:ext cx="141402" cy="15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3261674" y="763571"/>
            <a:ext cx="598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Executive Dashboard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53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72" y="716437"/>
            <a:ext cx="10426047" cy="538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5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6313" y="1272619"/>
            <a:ext cx="9813303" cy="1489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086465" y="1272619"/>
            <a:ext cx="8386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Business </a:t>
            </a:r>
            <a:r>
              <a:rPr lang="en-US" b="1" dirty="0" smtClean="0"/>
              <a:t>Problem</a:t>
            </a:r>
          </a:p>
          <a:p>
            <a:endParaRPr lang="en-US" b="1" dirty="0"/>
          </a:p>
        </p:txBody>
      </p:sp>
      <p:sp>
        <p:nvSpPr>
          <p:cNvPr id="4" name="Oval 3"/>
          <p:cNvSpPr/>
          <p:nvPr/>
        </p:nvSpPr>
        <p:spPr>
          <a:xfrm flipV="1">
            <a:off x="1926209" y="1366887"/>
            <a:ext cx="160256" cy="16025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376313" y="3007151"/>
            <a:ext cx="9813303" cy="2862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926209" y="3007151"/>
            <a:ext cx="7707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Solutions</a:t>
            </a:r>
          </a:p>
          <a:p>
            <a:endParaRPr lang="en-US" sz="1600" b="1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857080" y="3091992"/>
            <a:ext cx="141402" cy="15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3261674" y="763571"/>
            <a:ext cx="598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Pricing &amp; Market Value Analysis Dashboard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781666" y="220587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clarity 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pricing gaps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listed price and market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to identify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property types contribute most to portfolio value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Pricing strategy was based on assumptions, not data.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781666" y="3487918"/>
            <a:ext cx="807877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Pricing &amp; Market Value Analysis Dashboard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Listed Price vs Average Market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Gap KPI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Portfolio Value Distribution by Property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property types by market value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guide pricing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Helped business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pricing and maximize revenue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20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88" y="733605"/>
            <a:ext cx="10303498" cy="536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8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6313" y="1272619"/>
            <a:ext cx="9813303" cy="1489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086465" y="1272619"/>
            <a:ext cx="8386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Business </a:t>
            </a:r>
            <a:r>
              <a:rPr lang="en-US" b="1" dirty="0" smtClean="0"/>
              <a:t>Problem</a:t>
            </a:r>
          </a:p>
          <a:p>
            <a:endParaRPr lang="en-US" b="1" dirty="0"/>
          </a:p>
        </p:txBody>
      </p:sp>
      <p:sp>
        <p:nvSpPr>
          <p:cNvPr id="6" name="Oval 5"/>
          <p:cNvSpPr/>
          <p:nvPr/>
        </p:nvSpPr>
        <p:spPr>
          <a:xfrm flipV="1">
            <a:off x="1926209" y="1366887"/>
            <a:ext cx="160256" cy="16025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376313" y="3007151"/>
            <a:ext cx="9813303" cy="2862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926209" y="3007151"/>
            <a:ext cx="8641238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Designed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Agent &amp; Office Performance Dashboard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Total Agents, Total Offices, Properties per Agent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Decomposition Tree to analyze value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drivers: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Office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→ Agent → Condition → Property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Identified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top-performing agents and offices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Supported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performance-based incentives and workload balancing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1857080" y="3091992"/>
            <a:ext cx="141402" cy="15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3261674" y="763571"/>
            <a:ext cx="598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Agent &amp; Office Performance Dashboard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926209" y="1602805"/>
            <a:ext cx="958788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Management could not measure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agent productivity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office contribution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No visibility into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drivers of portfolio value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Difficult to reward top-performing agents and offices.</a:t>
            </a:r>
          </a:p>
        </p:txBody>
      </p:sp>
    </p:spTree>
    <p:extLst>
      <p:ext uri="{BB962C8B-B14F-4D97-AF65-F5344CB8AC3E}">
        <p14:creationId xmlns:p14="http://schemas.microsoft.com/office/powerpoint/2010/main" val="42755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12" y="714992"/>
            <a:ext cx="10529741" cy="544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0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6313" y="1272619"/>
            <a:ext cx="9813303" cy="1489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086465" y="1272619"/>
            <a:ext cx="8386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Business </a:t>
            </a:r>
            <a:r>
              <a:rPr lang="en-US" b="1" dirty="0" smtClean="0"/>
              <a:t>Problem</a:t>
            </a:r>
          </a:p>
          <a:p>
            <a:endParaRPr lang="en-US" b="1" dirty="0"/>
          </a:p>
        </p:txBody>
      </p:sp>
      <p:sp>
        <p:nvSpPr>
          <p:cNvPr id="6" name="Oval 5"/>
          <p:cNvSpPr/>
          <p:nvPr/>
        </p:nvSpPr>
        <p:spPr>
          <a:xfrm flipV="1">
            <a:off x="1926209" y="1366887"/>
            <a:ext cx="160256" cy="16025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376313" y="3007151"/>
            <a:ext cx="9813303" cy="2862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926209" y="3007151"/>
            <a:ext cx="86412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Solutions</a:t>
            </a:r>
          </a:p>
          <a:p>
            <a:endParaRPr lang="en-US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857080" y="3091992"/>
            <a:ext cx="141402" cy="15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2975726" y="752457"/>
            <a:ext cx="7235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Neighbourhood </a:t>
            </a: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Performance &amp; Impact Dashboard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26209" y="21870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insight into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neighborhood-level performance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understanding of how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rate and location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impact market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Investors could not identify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high-potential areas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926209" y="3361278"/>
            <a:ext cx="71769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Neighborhood Performance Dashboard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Market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 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Property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Market value trend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Scatter plot: Crime Rate vs Market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Enabled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location-based investment decisions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risk analysis.</a:t>
            </a:r>
          </a:p>
        </p:txBody>
      </p:sp>
    </p:spTree>
    <p:extLst>
      <p:ext uri="{BB962C8B-B14F-4D97-AF65-F5344CB8AC3E}">
        <p14:creationId xmlns:p14="http://schemas.microsoft.com/office/powerpoint/2010/main" val="246298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36" y="754144"/>
            <a:ext cx="10726948" cy="534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5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6313" y="1272619"/>
            <a:ext cx="9813303" cy="1489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086465" y="1272619"/>
            <a:ext cx="8386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Business </a:t>
            </a:r>
            <a:r>
              <a:rPr lang="en-US" b="1" dirty="0" smtClean="0"/>
              <a:t>Problem</a:t>
            </a:r>
          </a:p>
          <a:p>
            <a:endParaRPr lang="en-US" b="1" dirty="0"/>
          </a:p>
        </p:txBody>
      </p:sp>
      <p:sp>
        <p:nvSpPr>
          <p:cNvPr id="6" name="Oval 5"/>
          <p:cNvSpPr/>
          <p:nvPr/>
        </p:nvSpPr>
        <p:spPr>
          <a:xfrm flipV="1">
            <a:off x="1926209" y="1366887"/>
            <a:ext cx="160256" cy="16025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376313" y="3007151"/>
            <a:ext cx="9813303" cy="2862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926209" y="3007151"/>
            <a:ext cx="86412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Solutions</a:t>
            </a:r>
          </a:p>
          <a:p>
            <a:endParaRPr lang="en-US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857080" y="3091992"/>
            <a:ext cx="141402" cy="15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2975726" y="752457"/>
            <a:ext cx="6542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Property Features &amp; Quality Analysis Dashboard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78000" y="1554351"/>
            <a:ext cx="984504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No structured analysis of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property features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like bedrooms, bathrooms, parking,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alt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 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Difficult to understand how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furnishing and condition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affect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Feature-based pricing was not optimized.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7999" y="3487918"/>
            <a:ext cx="869517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Built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Property Features &amp; Quality Dashboard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Avg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Bedrooms, Bathrooms, Parking, Property 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Feature comparison by Property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Furnishing distribution (Furnished / Semi / Unfurnished)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Helped stakeholders understand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which features increase value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Improved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feature-driven pricing and marketing strategy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144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32" y="716823"/>
            <a:ext cx="10501460" cy="543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74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40" y="735290"/>
            <a:ext cx="10623677" cy="541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0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72" y="820132"/>
            <a:ext cx="10542740" cy="528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58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12" y="715717"/>
            <a:ext cx="10567448" cy="536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8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34" y="688156"/>
            <a:ext cx="10515196" cy="540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8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71" y="733377"/>
            <a:ext cx="10586301" cy="541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2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12" y="648139"/>
            <a:ext cx="10520313" cy="558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9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94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137</TotalTime>
  <Words>429</Words>
  <Application>Microsoft Office PowerPoint</Application>
  <PresentationFormat>Widescreen</PresentationFormat>
  <Paragraphs>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Garamond</vt:lpstr>
      <vt:lpstr>Verdana</vt:lpstr>
      <vt:lpstr>Organic</vt:lpstr>
      <vt:lpstr>Real Estate Final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Final Presentation</dc:title>
  <dc:creator>Admin</dc:creator>
  <cp:lastModifiedBy>Admin</cp:lastModifiedBy>
  <cp:revision>8</cp:revision>
  <dcterms:created xsi:type="dcterms:W3CDTF">2025-12-19T15:37:54Z</dcterms:created>
  <dcterms:modified xsi:type="dcterms:W3CDTF">2025-12-22T05:47:05Z</dcterms:modified>
</cp:coreProperties>
</file>